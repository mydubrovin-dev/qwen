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126781071301" y="156841325519"/>
            <a:ext cx="70868" cy="708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2487812627476" y="4618377990112"/>
            <a:ext cx="107597" cy="10759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943856702057" y="545189524559"/>
            <a:ext cx="84300" cy="843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32107224753" y="1371068945012"/>
            <a:ext cx="91929" cy="9192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295758712189" y="1246901999529"/>
            <a:ext cx="105145" cy="10514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6073687618811" y="1382373265077"/>
            <a:ext cx="99602" cy="9960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021570054772" y="40753430796"/>
            <a:ext cx="119404" cy="11940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7781166878415" y="2133695745861"/>
            <a:ext cx="59937" cy="599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668692680159" y="2110769312965"/>
            <a:ext cx="54200" cy="542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77959893710" y="5314599203617"/>
            <a:ext cx="100924" cy="10092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995910890749" y="4576115342372"/>
            <a:ext cx="94752" cy="9475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845937367090" y="2373772121133"/>
            <a:ext cx="96198" cy="9619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244194137472" y="3878709657391"/>
            <a:ext cx="124514" cy="12451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434923200301" y="4418338420085"/>
            <a:ext cx="49910" cy="4991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2540057940975" y="1814738955168"/>
            <a:ext cx="53016" cy="53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2594588913837" y="633375438964"/>
            <a:ext cx="71137" cy="711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7085070371824" y="2287846249839"/>
            <a:ext cx="79569" cy="7956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2335076892003" y="1674205961463"/>
            <a:ext cx="131367" cy="13136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7222728744318" y="3819833247468"/>
            <a:ext cx="61368" cy="613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8126539386124" y="1024689717949"/>
            <a:ext cx="80417" cy="8041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5-Point Star 22"/>
          <p:cNvSpPr/>
          <p:nvPr/>
        </p:nvSpPr>
        <p:spPr>
          <a:xfrm>
            <a:off x="11028809399192" y="4013409822055"/>
            <a:ext cx="96647" cy="9664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5-Point Star 23"/>
          <p:cNvSpPr/>
          <p:nvPr/>
        </p:nvSpPr>
        <p:spPr>
          <a:xfrm>
            <a:off x="7630421334959" y="5285486631744"/>
            <a:ext cx="116677" cy="11667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5-Point Star 24"/>
          <p:cNvSpPr/>
          <p:nvPr/>
        </p:nvSpPr>
        <p:spPr>
          <a:xfrm>
            <a:off x="2552873085126" y="201299191431"/>
            <a:ext cx="74565" cy="7456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5-Point Star 25"/>
          <p:cNvSpPr/>
          <p:nvPr/>
        </p:nvSpPr>
        <p:spPr>
          <a:xfrm>
            <a:off x="2984126739009" y="1323063960098"/>
            <a:ext cx="131939" cy="13193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5-Point Star 26"/>
          <p:cNvSpPr/>
          <p:nvPr/>
        </p:nvSpPr>
        <p:spPr>
          <a:xfrm>
            <a:off x="9767623482327" y="1973330892918"/>
            <a:ext cx="105653" cy="105653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5-Point Star 27"/>
          <p:cNvSpPr/>
          <p:nvPr/>
        </p:nvSpPr>
        <p:spPr>
          <a:xfrm>
            <a:off x="4409546097351" y="5735086963530"/>
            <a:ext cx="87677" cy="8767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5-Point Star 28"/>
          <p:cNvSpPr/>
          <p:nvPr/>
        </p:nvSpPr>
        <p:spPr>
          <a:xfrm>
            <a:off x="2952242479223" y="1546590051836"/>
            <a:ext cx="97051" cy="97051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5-Point Star 29"/>
          <p:cNvSpPr/>
          <p:nvPr/>
        </p:nvSpPr>
        <p:spPr>
          <a:xfrm>
            <a:off x="2928407015127" y="3665912555239"/>
            <a:ext cx="127816" cy="1278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5-Point Star 30"/>
          <p:cNvSpPr/>
          <p:nvPr/>
        </p:nvSpPr>
        <p:spPr>
          <a:xfrm>
            <a:off x="4451549366976" y="1375350655105"/>
            <a:ext cx="136934" cy="13693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5-Point Star 31"/>
          <p:cNvSpPr/>
          <p:nvPr/>
        </p:nvSpPr>
        <p:spPr>
          <a:xfrm>
            <a:off x="5678964900847" y="570088851000"/>
            <a:ext cx="50028" cy="5002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5-Point Star 32"/>
          <p:cNvSpPr/>
          <p:nvPr/>
        </p:nvSpPr>
        <p:spPr>
          <a:xfrm>
            <a:off x="1222102903025" y="3934686017937"/>
            <a:ext cx="118147" cy="11814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5-Point Star 33"/>
          <p:cNvSpPr/>
          <p:nvPr/>
        </p:nvSpPr>
        <p:spPr>
          <a:xfrm>
            <a:off x="4705216715510" y="398379399237"/>
            <a:ext cx="80615" cy="8061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5-Point Star 34"/>
          <p:cNvSpPr/>
          <p:nvPr/>
        </p:nvSpPr>
        <p:spPr>
          <a:xfrm>
            <a:off x="11102348250863" y="3318052353794"/>
            <a:ext cx="134515" cy="13451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5-Point Star 35"/>
          <p:cNvSpPr/>
          <p:nvPr/>
        </p:nvSpPr>
        <p:spPr>
          <a:xfrm>
            <a:off x="9593887061412" y="71996974253"/>
            <a:ext cx="111622" cy="11162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5-Point Star 36"/>
          <p:cNvSpPr/>
          <p:nvPr/>
        </p:nvSpPr>
        <p:spPr>
          <a:xfrm>
            <a:off x="7598055892880" y="3367316885722"/>
            <a:ext cx="70118" cy="7011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5-Point Star 37"/>
          <p:cNvSpPr/>
          <p:nvPr/>
        </p:nvSpPr>
        <p:spPr>
          <a:xfrm>
            <a:off x="7143889534443" y="699538683082"/>
            <a:ext cx="85474" cy="8547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5-Point Star 38"/>
          <p:cNvSpPr/>
          <p:nvPr/>
        </p:nvSpPr>
        <p:spPr>
          <a:xfrm>
            <a:off x="5057012827216" y="5981336950531"/>
            <a:ext cx="125807" cy="12580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5-Point Star 39"/>
          <p:cNvSpPr/>
          <p:nvPr/>
        </p:nvSpPr>
        <p:spPr>
          <a:xfrm>
            <a:off x="2935623132793" y="3139153088680"/>
            <a:ext cx="62055" cy="6205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5-Point Star 40"/>
          <p:cNvSpPr/>
          <p:nvPr/>
        </p:nvSpPr>
        <p:spPr>
          <a:xfrm>
            <a:off x="10171764502631" y="5458982952214"/>
            <a:ext cx="73009" cy="7300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5-Point Star 41"/>
          <p:cNvSpPr/>
          <p:nvPr/>
        </p:nvSpPr>
        <p:spPr>
          <a:xfrm>
            <a:off x="7121461247027" y="3818824914063"/>
            <a:ext cx="59695" cy="5969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5-Point Star 42"/>
          <p:cNvSpPr/>
          <p:nvPr/>
        </p:nvSpPr>
        <p:spPr>
          <a:xfrm>
            <a:off x="8498623376036" y="3382421733699"/>
            <a:ext cx="116917" cy="11691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5-Point Star 43"/>
          <p:cNvSpPr/>
          <p:nvPr/>
        </p:nvSpPr>
        <p:spPr>
          <a:xfrm>
            <a:off x="5911098066598" y="3586334997"/>
            <a:ext cx="75360" cy="7536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-Point Star 44"/>
          <p:cNvSpPr/>
          <p:nvPr/>
        </p:nvSpPr>
        <p:spPr>
          <a:xfrm>
            <a:off x="217079545775" y="5826335798977"/>
            <a:ext cx="126070" cy="12607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5-Point Star 45"/>
          <p:cNvSpPr/>
          <p:nvPr/>
        </p:nvSpPr>
        <p:spPr>
          <a:xfrm>
            <a:off x="9269392785225" y="1928407303767"/>
            <a:ext cx="51016" cy="51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5-Point Star 46"/>
          <p:cNvSpPr/>
          <p:nvPr/>
        </p:nvSpPr>
        <p:spPr>
          <a:xfrm>
            <a:off x="9785924217000" y="5938277548128"/>
            <a:ext cx="53552" cy="5355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5-Point Star 47"/>
          <p:cNvSpPr/>
          <p:nvPr/>
        </p:nvSpPr>
        <p:spPr>
          <a:xfrm>
            <a:off x="5416644474631" y="434028602594"/>
            <a:ext cx="115269" cy="11526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5-Point Star 48"/>
          <p:cNvSpPr/>
          <p:nvPr/>
        </p:nvSpPr>
        <p:spPr>
          <a:xfrm>
            <a:off x="8535667143915" y="805137121940"/>
            <a:ext cx="89179" cy="8917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5-Point Star 49"/>
          <p:cNvSpPr/>
          <p:nvPr/>
        </p:nvSpPr>
        <p:spPr>
          <a:xfrm>
            <a:off x="6127878675875" y="1662158245546"/>
            <a:ext cx="125495" cy="12549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5-Point Star 50"/>
          <p:cNvSpPr/>
          <p:nvPr/>
        </p:nvSpPr>
        <p:spPr>
          <a:xfrm>
            <a:off x="4716116794050" y="1328177057767"/>
            <a:ext cx="95033" cy="95033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5-Point Star 51"/>
          <p:cNvSpPr/>
          <p:nvPr/>
        </p:nvSpPr>
        <p:spPr>
          <a:xfrm>
            <a:off x="8135503452609" y="1261409306949"/>
            <a:ext cx="74223" cy="74223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59752" y="457200"/>
            <a:ext cx="4572000" cy="4572000"/>
          </a:xfrm>
          <a:prstGeom prst="ellipse">
            <a:avLst/>
          </a:prstGeom>
          <a:solidFill>
            <a:srgbClr val="A9A9A9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00"/>
                </a:solidFill>
              </a:defRPr>
            </a:pPr>
            <a:r>
              <a:t>🌙 Изучаем Луну 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FFFFFF"/>
                </a:solidFill>
              </a:defRPr>
            </a:pPr>
            <a:r>
              <a:t>На Луне всё не так, как на Земле!</a:t>
            </a:r>
          </a:p>
        </p:txBody>
      </p:sp>
      <p:sp>
        <p:nvSpPr>
          <p:cNvPr id="56" name="Isosceles Triangle 55"/>
          <p:cNvSpPr/>
          <p:nvPr/>
        </p:nvSpPr>
        <p:spPr>
          <a:xfrm rot="10800000">
            <a:off x="914400" y="4114800"/>
            <a:ext cx="1371600" cy="2286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ardrop 56"/>
          <p:cNvSpPr/>
          <p:nvPr/>
        </p:nvSpPr>
        <p:spPr>
          <a:xfrm rot="10800000">
            <a:off x="1234440" y="6400800"/>
            <a:ext cx="548640" cy="731520"/>
          </a:xfrm>
          <a:prstGeom prst="teardrop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126781071301" y="156841325519"/>
            <a:ext cx="70868" cy="708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2487812627476" y="4618377990112"/>
            <a:ext cx="107597" cy="10759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943856702057" y="545189524559"/>
            <a:ext cx="84300" cy="843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32107224753" y="1371068945012"/>
            <a:ext cx="91929" cy="9192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295758712189" y="1246901999529"/>
            <a:ext cx="105145" cy="10514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6073687618811" y="1382373265077"/>
            <a:ext cx="99602" cy="9960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021570054772" y="40753430796"/>
            <a:ext cx="119404" cy="11940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7781166878415" y="2133695745861"/>
            <a:ext cx="59937" cy="599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668692680159" y="2110769312965"/>
            <a:ext cx="54200" cy="542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77959893710" y="5314599203617"/>
            <a:ext cx="100924" cy="10092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995910890749" y="4576115342372"/>
            <a:ext cx="94752" cy="9475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845937367090" y="2373772121133"/>
            <a:ext cx="96198" cy="9619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244194137472" y="3878709657391"/>
            <a:ext cx="124514" cy="12451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434923200301" y="4418338420085"/>
            <a:ext cx="49910" cy="4991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2540057940975" y="1814738955168"/>
            <a:ext cx="53016" cy="53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2594588913837" y="633375438964"/>
            <a:ext cx="71137" cy="711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7085070371824" y="2287846249839"/>
            <a:ext cx="79569" cy="7956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2335076892003" y="1674205961463"/>
            <a:ext cx="131367" cy="13136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7222728744318" y="3819833247468"/>
            <a:ext cx="61368" cy="613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8126539386124" y="1024689717949"/>
            <a:ext cx="80417" cy="8041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00"/>
                </a:solidFill>
              </a:defRPr>
            </a:pPr>
            <a:r>
              <a:t>😮 Нет воздуха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На Луне нельзя дышать!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Нужен специальный костюм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и баллон с кислородом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как у астронавтов 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02952" y="3200400"/>
            <a:ext cx="1097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94392" y="246888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85832" y="2651760"/>
            <a:ext cx="640080" cy="54864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126781071301" y="156841325519"/>
            <a:ext cx="70868" cy="708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2487812627476" y="4618377990112"/>
            <a:ext cx="107597" cy="10759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943856702057" y="545189524559"/>
            <a:ext cx="84300" cy="843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32107224753" y="1371068945012"/>
            <a:ext cx="91929" cy="9192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295758712189" y="1246901999529"/>
            <a:ext cx="105145" cy="10514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6073687618811" y="1382373265077"/>
            <a:ext cx="99602" cy="9960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021570054772" y="40753430796"/>
            <a:ext cx="119404" cy="11940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7781166878415" y="2133695745861"/>
            <a:ext cx="59937" cy="599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668692680159" y="2110769312965"/>
            <a:ext cx="54200" cy="542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77959893710" y="5314599203617"/>
            <a:ext cx="100924" cy="10092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995910890749" y="4576115342372"/>
            <a:ext cx="94752" cy="9475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845937367090" y="2373772121133"/>
            <a:ext cx="96198" cy="9619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244194137472" y="3878709657391"/>
            <a:ext cx="124514" cy="12451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434923200301" y="4418338420085"/>
            <a:ext cx="49910" cy="4991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2540057940975" y="1814738955168"/>
            <a:ext cx="53016" cy="53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2594588913837" y="633375438964"/>
            <a:ext cx="71137" cy="711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7085070371824" y="2287846249839"/>
            <a:ext cx="79569" cy="7956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2335076892003" y="1674205961463"/>
            <a:ext cx="131367" cy="13136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7222728744318" y="3819833247468"/>
            <a:ext cx="61368" cy="613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8126539386124" y="1024689717949"/>
            <a:ext cx="80417" cy="8041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00"/>
                </a:solidFill>
              </a:defRPr>
            </a:pPr>
            <a:r>
              <a:t>🌡️ Очень жарко и холодно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Днём: +127°C 🔥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(очень-очень жарко!)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Ночью: -173°C ❄️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(очень-очень холодно!)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5752" y="1828800"/>
            <a:ext cx="7315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37192" y="1920240"/>
            <a:ext cx="548640" cy="128016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37192" y="3840480"/>
            <a:ext cx="548640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126781071301" y="156841325519"/>
            <a:ext cx="70868" cy="708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2487812627476" y="4618377990112"/>
            <a:ext cx="107597" cy="10759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943856702057" y="545189524559"/>
            <a:ext cx="84300" cy="843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32107224753" y="1371068945012"/>
            <a:ext cx="91929" cy="9192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295758712189" y="1246901999529"/>
            <a:ext cx="105145" cy="10514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6073687618811" y="1382373265077"/>
            <a:ext cx="99602" cy="9960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021570054772" y="40753430796"/>
            <a:ext cx="119404" cy="11940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7781166878415" y="2133695745861"/>
            <a:ext cx="59937" cy="599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668692680159" y="2110769312965"/>
            <a:ext cx="54200" cy="542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77959893710" y="5314599203617"/>
            <a:ext cx="100924" cy="10092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995910890749" y="4576115342372"/>
            <a:ext cx="94752" cy="9475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845937367090" y="2373772121133"/>
            <a:ext cx="96198" cy="9619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244194137472" y="3878709657391"/>
            <a:ext cx="124514" cy="12451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434923200301" y="4418338420085"/>
            <a:ext cx="49910" cy="4991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2540057940975" y="1814738955168"/>
            <a:ext cx="53016" cy="53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2594588913837" y="633375438964"/>
            <a:ext cx="71137" cy="711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7085070371824" y="2287846249839"/>
            <a:ext cx="79569" cy="7956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2335076892003" y="1674205961463"/>
            <a:ext cx="131367" cy="13136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7222728744318" y="3819833247468"/>
            <a:ext cx="61368" cy="613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8126539386124" y="1024689717949"/>
            <a:ext cx="80417" cy="8041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00"/>
                </a:solidFill>
              </a:defRPr>
            </a:pPr>
            <a:r>
              <a:t>💧 Нет воды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На Луне нет рек и озёр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Нет дождей и снега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Вода только в виде льда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в некоторых кратерах</a:t>
            </a:r>
          </a:p>
        </p:txBody>
      </p:sp>
      <p:sp>
        <p:nvSpPr>
          <p:cNvPr id="25" name="Teardrop 24"/>
          <p:cNvSpPr/>
          <p:nvPr/>
        </p:nvSpPr>
        <p:spPr>
          <a:xfrm rot="10800000">
            <a:off x="9445752" y="1828800"/>
            <a:ext cx="1828800" cy="2286000"/>
          </a:xfrm>
          <a:prstGeom prst="teardrop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ross 25"/>
          <p:cNvSpPr/>
          <p:nvPr/>
        </p:nvSpPr>
        <p:spPr>
          <a:xfrm>
            <a:off x="9902952" y="2286000"/>
            <a:ext cx="914400" cy="914400"/>
          </a:xfrm>
          <a:prstGeom prst="plus">
            <a:avLst/>
          </a:prstGeom>
          <a:solidFill>
            <a:srgbClr val="FF450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126781071301" y="156841325519"/>
            <a:ext cx="70868" cy="708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2487812627476" y="4618377990112"/>
            <a:ext cx="107597" cy="10759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943856702057" y="545189524559"/>
            <a:ext cx="84300" cy="843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32107224753" y="1371068945012"/>
            <a:ext cx="91929" cy="9192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295758712189" y="1246901999529"/>
            <a:ext cx="105145" cy="10514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6073687618811" y="1382373265077"/>
            <a:ext cx="99602" cy="9960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021570054772" y="40753430796"/>
            <a:ext cx="119404" cy="11940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7781166878415" y="2133695745861"/>
            <a:ext cx="59937" cy="599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668692680159" y="2110769312965"/>
            <a:ext cx="54200" cy="542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77959893710" y="5314599203617"/>
            <a:ext cx="100924" cy="10092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995910890749" y="4576115342372"/>
            <a:ext cx="94752" cy="9475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845937367090" y="2373772121133"/>
            <a:ext cx="96198" cy="9619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244194137472" y="3878709657391"/>
            <a:ext cx="124514" cy="12451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434923200301" y="4418338420085"/>
            <a:ext cx="49910" cy="4991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2540057940975" y="1814738955168"/>
            <a:ext cx="53016" cy="53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2594588913837" y="633375438964"/>
            <a:ext cx="71137" cy="711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7085070371824" y="2287846249839"/>
            <a:ext cx="79569" cy="7956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2335076892003" y="1674205961463"/>
            <a:ext cx="131367" cy="13136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7222728744318" y="3819833247468"/>
            <a:ext cx="61368" cy="613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8126539386124" y="1024689717949"/>
            <a:ext cx="80417" cy="8041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00"/>
                </a:solidFill>
              </a:defRPr>
            </a:pPr>
            <a:r>
              <a:t>🦘 Слабая гравитация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На Луне ты будешь весить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в 6 раз меньше!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Сможешь прыгать очень высоко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как супергерой! 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02952" y="3200400"/>
            <a:ext cx="1097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94392" y="246888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85832" y="2651760"/>
            <a:ext cx="640080" cy="54864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 Arrow 27"/>
          <p:cNvSpPr/>
          <p:nvPr/>
        </p:nvSpPr>
        <p:spPr>
          <a:xfrm>
            <a:off x="10360152" y="1371600"/>
            <a:ext cx="914400" cy="1828800"/>
          </a:xfrm>
          <a:prstGeom prst="upArrow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0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126781071301" y="156841325519"/>
            <a:ext cx="70868" cy="708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2487812627476" y="4618377990112"/>
            <a:ext cx="107597" cy="10759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943856702057" y="545189524559"/>
            <a:ext cx="84300" cy="843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32107224753" y="1371068945012"/>
            <a:ext cx="91929" cy="9192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295758712189" y="1246901999529"/>
            <a:ext cx="105145" cy="10514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6073687618811" y="1382373265077"/>
            <a:ext cx="99602" cy="9960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021570054772" y="40753430796"/>
            <a:ext cx="119404" cy="11940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7781166878415" y="2133695745861"/>
            <a:ext cx="59937" cy="599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668692680159" y="2110769312965"/>
            <a:ext cx="54200" cy="542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77959893710" y="5314599203617"/>
            <a:ext cx="100924" cy="10092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995910890749" y="4576115342372"/>
            <a:ext cx="94752" cy="9475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845937367090" y="2373772121133"/>
            <a:ext cx="96198" cy="9619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244194137472" y="3878709657391"/>
            <a:ext cx="124514" cy="12451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434923200301" y="4418338420085"/>
            <a:ext cx="49910" cy="4991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2540057940975" y="1814738955168"/>
            <a:ext cx="53016" cy="53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2594588913837" y="633375438964"/>
            <a:ext cx="71137" cy="711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7085070371824" y="2287846249839"/>
            <a:ext cx="79569" cy="7956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2335076892003" y="1674205961463"/>
            <a:ext cx="131367" cy="13136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7222728744318" y="3819833247468"/>
            <a:ext cx="61368" cy="613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8126539386124" y="1024689717949"/>
            <a:ext cx="80417" cy="8041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00"/>
                </a:solidFill>
              </a:defRPr>
            </a:pPr>
            <a:r>
              <a:t>☄️ Много метеоритов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С космоса падают маленькие камни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Они называются метеориты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Но не бойся - они маленькие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и падают редко ⭐</a:t>
            </a:r>
          </a:p>
        </p:txBody>
      </p:sp>
      <p:sp>
        <p:nvSpPr>
          <p:cNvPr id="25" name="Oval 24"/>
          <p:cNvSpPr/>
          <p:nvPr/>
        </p:nvSpPr>
        <p:spPr>
          <a:xfrm>
            <a:off x="8988552" y="1828800"/>
            <a:ext cx="548640" cy="457200"/>
          </a:xfrm>
          <a:prstGeom prst="ellipse">
            <a:avLst/>
          </a:prstGeom>
          <a:solidFill>
            <a:srgbClr val="696969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Triangle 25"/>
          <p:cNvSpPr/>
          <p:nvPr/>
        </p:nvSpPr>
        <p:spPr>
          <a:xfrm rot="2700000">
            <a:off x="8805672" y="2011680"/>
            <a:ext cx="365760" cy="274320"/>
          </a:xfrm>
          <a:prstGeom prst="rtTriangl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20072" y="2286000"/>
            <a:ext cx="548640" cy="457200"/>
          </a:xfrm>
          <a:prstGeom prst="ellipse">
            <a:avLst/>
          </a:prstGeom>
          <a:solidFill>
            <a:srgbClr val="696969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Triangle 27"/>
          <p:cNvSpPr/>
          <p:nvPr/>
        </p:nvSpPr>
        <p:spPr>
          <a:xfrm rot="2700000">
            <a:off x="9537192" y="2468880"/>
            <a:ext cx="365760" cy="274320"/>
          </a:xfrm>
          <a:prstGeom prst="rtTriangl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51592" y="2743200"/>
            <a:ext cx="548640" cy="457200"/>
          </a:xfrm>
          <a:prstGeom prst="ellipse">
            <a:avLst/>
          </a:prstGeom>
          <a:solidFill>
            <a:srgbClr val="696969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Triangle 29"/>
          <p:cNvSpPr/>
          <p:nvPr/>
        </p:nvSpPr>
        <p:spPr>
          <a:xfrm rot="2700000">
            <a:off x="10268712" y="2926080"/>
            <a:ext cx="365760" cy="274320"/>
          </a:xfrm>
          <a:prstGeom prst="rtTriangl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126781071301" y="156841325519"/>
            <a:ext cx="70868" cy="708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2487812627476" y="4618377990112"/>
            <a:ext cx="107597" cy="10759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943856702057" y="545189524559"/>
            <a:ext cx="84300" cy="843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332107224753" y="1371068945012"/>
            <a:ext cx="91929" cy="9192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295758712189" y="1246901999529"/>
            <a:ext cx="105145" cy="105145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6073687618811" y="1382373265077"/>
            <a:ext cx="99602" cy="9960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9021570054772" y="40753430796"/>
            <a:ext cx="119404" cy="11940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7781166878415" y="2133695745861"/>
            <a:ext cx="59937" cy="599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0668692680159" y="2110769312965"/>
            <a:ext cx="54200" cy="5420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77959893710" y="5314599203617"/>
            <a:ext cx="100924" cy="10092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995910890749" y="4576115342372"/>
            <a:ext cx="94752" cy="94752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845937367090" y="2373772121133"/>
            <a:ext cx="96198" cy="9619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9244194137472" y="3878709657391"/>
            <a:ext cx="124514" cy="124514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6434923200301" y="4418338420085"/>
            <a:ext cx="49910" cy="49910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5-Point Star 16"/>
          <p:cNvSpPr/>
          <p:nvPr/>
        </p:nvSpPr>
        <p:spPr>
          <a:xfrm>
            <a:off x="2540057940975" y="1814738955168"/>
            <a:ext cx="53016" cy="53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5-Point Star 17"/>
          <p:cNvSpPr/>
          <p:nvPr/>
        </p:nvSpPr>
        <p:spPr>
          <a:xfrm>
            <a:off x="2594588913837" y="633375438964"/>
            <a:ext cx="71137" cy="7113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5-Point Star 18"/>
          <p:cNvSpPr/>
          <p:nvPr/>
        </p:nvSpPr>
        <p:spPr>
          <a:xfrm>
            <a:off x="7085070371824" y="2287846249839"/>
            <a:ext cx="79569" cy="79569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5-Point Star 19"/>
          <p:cNvSpPr/>
          <p:nvPr/>
        </p:nvSpPr>
        <p:spPr>
          <a:xfrm>
            <a:off x="2335076892003" y="1674205961463"/>
            <a:ext cx="131367" cy="13136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5-Point Star 20"/>
          <p:cNvSpPr/>
          <p:nvPr/>
        </p:nvSpPr>
        <p:spPr>
          <a:xfrm>
            <a:off x="7222728744318" y="3819833247468"/>
            <a:ext cx="61368" cy="61368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5-Point Star 21"/>
          <p:cNvSpPr/>
          <p:nvPr/>
        </p:nvSpPr>
        <p:spPr>
          <a:xfrm>
            <a:off x="8126539386124" y="1024689717949"/>
            <a:ext cx="80417" cy="80417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00"/>
                </a:solidFill>
              </a:defRPr>
            </a:pPr>
            <a:r>
              <a:t>☀️ Нет атмосферы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Нет защиты от Солнца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Солнечные лучи очень опасны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Нужен защитный костюм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• и шлем с фильтром 🕶️</a:t>
            </a:r>
          </a:p>
        </p:txBody>
      </p:sp>
      <p:sp>
        <p:nvSpPr>
          <p:cNvPr id="25" name="Oval 24"/>
          <p:cNvSpPr/>
          <p:nvPr/>
        </p:nvSpPr>
        <p:spPr>
          <a:xfrm>
            <a:off x="8988552" y="1371600"/>
            <a:ext cx="2286000" cy="22860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10131552" y="2514600"/>
            <a:ext cx="365760" cy="914400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2700000">
            <a:off x="10131552" y="2514600"/>
            <a:ext cx="365760" cy="914400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10131552" y="2514600"/>
            <a:ext cx="365760" cy="914400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8100000">
            <a:off x="10131552" y="2514600"/>
            <a:ext cx="365760" cy="914400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10131552" y="2514600"/>
            <a:ext cx="365760" cy="914400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13500000">
            <a:off x="10131552" y="2514600"/>
            <a:ext cx="365760" cy="914400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6200000">
            <a:off x="10131552" y="2514600"/>
            <a:ext cx="365760" cy="914400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18900000">
            <a:off x="10131552" y="2514600"/>
            <a:ext cx="365760" cy="914400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